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5" r:id="rId4"/>
  </p:sldMasterIdLst>
  <p:notesMasterIdLst>
    <p:notesMasterId r:id="rId13"/>
  </p:notesMasterIdLst>
  <p:handoutMasterIdLst>
    <p:handoutMasterId r:id="rId14"/>
  </p:handoutMasterIdLst>
  <p:sldIdLst>
    <p:sldId id="325" r:id="rId5"/>
    <p:sldId id="326" r:id="rId6"/>
    <p:sldId id="257" r:id="rId7"/>
    <p:sldId id="342" r:id="rId8"/>
    <p:sldId id="348" r:id="rId9"/>
    <p:sldId id="351" r:id="rId10"/>
    <p:sldId id="350" r:id="rId11"/>
    <p:sldId id="34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32C602-63A6-4F4B-8F38-F4E85CCCFE70}">
          <p14:sldIdLst>
            <p14:sldId id="325"/>
            <p14:sldId id="326"/>
            <p14:sldId id="257"/>
            <p14:sldId id="342"/>
            <p14:sldId id="348"/>
            <p14:sldId id="351"/>
            <p14:sldId id="350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587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A7F169D5-CAF2-A377-8AA4-C87E6BA6B6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96FC85-D2E8-BA09-1929-6E296777742B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5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80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0466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807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658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197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2795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187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0302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2554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1138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7395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4817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968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3290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0679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8344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384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633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49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277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5" r:id="rId19"/>
    <p:sldLayoutId id="2147483709" r:id="rId20"/>
    <p:sldLayoutId id="2147483660" r:id="rId21"/>
    <p:sldLayoutId id="2147483677" r:id="rId22"/>
    <p:sldLayoutId id="2147483682" r:id="rId23"/>
    <p:sldLayoutId id="2147483683" r:id="rId2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58388"/>
            <a:ext cx="10515600" cy="232113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Industrial Gas Leakage Detector with Solutions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FAA29-0FCB-CBA0-6BA4-BABBF7D384C9}"/>
              </a:ext>
            </a:extLst>
          </p:cNvPr>
          <p:cNvSpPr txBox="1"/>
          <p:nvPr/>
        </p:nvSpPr>
        <p:spPr>
          <a:xfrm>
            <a:off x="3885058" y="3340777"/>
            <a:ext cx="4421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Tx/>
              <a:buChar char="-"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Mohammed Kaif .S. Shaikh</a:t>
            </a:r>
          </a:p>
          <a:p>
            <a:pPr marL="342900" indent="-342900" algn="ctr">
              <a:buFontTx/>
              <a:buChar char="-"/>
            </a:pPr>
            <a:endParaRPr lang="en-IN" sz="2400" b="1" dirty="0">
              <a:solidFill>
                <a:srgbClr val="FFFF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90" y="275367"/>
            <a:ext cx="4114800" cy="470034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CE5B3-55A8-6DBD-37D7-9CA5B12E8F92}"/>
              </a:ext>
            </a:extLst>
          </p:cNvPr>
          <p:cNvSpPr txBox="1"/>
          <p:nvPr/>
        </p:nvSpPr>
        <p:spPr>
          <a:xfrm>
            <a:off x="-78658" y="932214"/>
            <a:ext cx="107466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gases like LPG, hydrogen, and carbon dioxide are widely used in industries and homes.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gas leakage can cause serious accidents such as fires and health hazards.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we developed a low-cost IoT-based Gas Leakage Detection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gas sensors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ESP8266 to detect leaks in real-time and send alerts via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improves safety by providing early warnings and preventing disasters.</a:t>
            </a: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8853" y="206477"/>
            <a:ext cx="5674294" cy="412955"/>
          </a:xfrm>
          <a:noFill/>
        </p:spPr>
        <p:txBody>
          <a:bodyPr anchor="b" anchorCtr="0">
            <a:noAutofit/>
          </a:bodyPr>
          <a:lstStyle/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Statement of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C3F70-7AC8-0212-39B1-8CC3ECECAF2C}"/>
              </a:ext>
            </a:extLst>
          </p:cNvPr>
          <p:cNvSpPr txBox="1"/>
          <p:nvPr/>
        </p:nvSpPr>
        <p:spPr>
          <a:xfrm>
            <a:off x="832054" y="866777"/>
            <a:ext cx="10744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leaks in industries and homes are highly dangerous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costly and lack real-time alerts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solution guidance during leakage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System: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gas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via Wi-Fi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safety 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accidents &amp; health risks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1C76-962C-F01F-08A0-6CE0BDEE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6936-41EC-268C-4583-EB5961887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590" y="299075"/>
            <a:ext cx="5674294" cy="412955"/>
          </a:xfrm>
          <a:noFill/>
        </p:spPr>
        <p:txBody>
          <a:bodyPr anchor="b" anchorCtr="0">
            <a:noAutofit/>
          </a:bodyPr>
          <a:lstStyle/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9A19D-BEE0-8C3D-7906-D5C19A61FF08}"/>
              </a:ext>
            </a:extLst>
          </p:cNvPr>
          <p:cNvSpPr txBox="1"/>
          <p:nvPr/>
        </p:nvSpPr>
        <p:spPr>
          <a:xfrm>
            <a:off x="1301468" y="1683426"/>
            <a:ext cx="10718157" cy="334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gas leakage and alert users instantly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awareness about gas hazards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real-time sensor data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safety solutions via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low-cost and low-power system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quick response to prevent accidents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8B6C0-6701-6BDC-0210-86C73AC8EAB8}"/>
              </a:ext>
            </a:extLst>
          </p:cNvPr>
          <p:cNvSpPr txBox="1"/>
          <p:nvPr/>
        </p:nvSpPr>
        <p:spPr>
          <a:xfrm>
            <a:off x="1061883" y="1160206"/>
            <a:ext cx="2556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0989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2092-79C8-6F35-1F6C-05D77689C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870" y="185195"/>
            <a:ext cx="10241280" cy="58172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B7F37A0-6001-0489-540E-F0F993B8D3CD}"/>
              </a:ext>
            </a:extLst>
          </p:cNvPr>
          <p:cNvSpPr txBox="1">
            <a:spLocks/>
          </p:cNvSpPr>
          <p:nvPr/>
        </p:nvSpPr>
        <p:spPr>
          <a:xfrm>
            <a:off x="2228088" y="1888603"/>
            <a:ext cx="8046720" cy="2982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3F26631-89DA-AB85-15FF-88876BD0759C}"/>
              </a:ext>
            </a:extLst>
          </p:cNvPr>
          <p:cNvSpPr txBox="1">
            <a:spLocks/>
          </p:cNvSpPr>
          <p:nvPr/>
        </p:nvSpPr>
        <p:spPr>
          <a:xfrm>
            <a:off x="1064871" y="4334720"/>
            <a:ext cx="8679122" cy="2338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B6B6C-450A-12EE-57EF-93280DEAB42D}"/>
              </a:ext>
            </a:extLst>
          </p:cNvPr>
          <p:cNvSpPr txBox="1"/>
          <p:nvPr/>
        </p:nvSpPr>
        <p:spPr>
          <a:xfrm>
            <a:off x="886870" y="594275"/>
            <a:ext cx="925621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– Main controller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MQ-5 Sensor – Gas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(ESP8266) – Wi-Fi &amp; data transfer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&amp; LED – Alert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Module – Controls exhaust fan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Exhaust Fan – Ventilation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 – Connections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– System power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– Programming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monitoring &amp; alerts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– Live gas status</a:t>
            </a:r>
          </a:p>
        </p:txBody>
      </p:sp>
    </p:spTree>
    <p:extLst>
      <p:ext uri="{BB962C8B-B14F-4D97-AF65-F5344CB8AC3E}">
        <p14:creationId xmlns:p14="http://schemas.microsoft.com/office/powerpoint/2010/main" val="244397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CBFE-37E4-AD14-AF5A-D1ED1BA84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-75147"/>
            <a:ext cx="10241280" cy="78997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Projected outcomes</a:t>
            </a:r>
            <a:endParaRPr lang="en-IN" sz="3200" b="1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23006-6664-CDBE-8831-B5AD1B80CCB1}"/>
              </a:ext>
            </a:extLst>
          </p:cNvPr>
          <p:cNvSpPr txBox="1"/>
          <p:nvPr/>
        </p:nvSpPr>
        <p:spPr>
          <a:xfrm>
            <a:off x="748496" y="319839"/>
            <a:ext cx="106950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IoT-based gas leakage detection system.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via Gmail on gas detection through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&amp; LED for instant local warning.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exhaust fan activation for safety 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live monitoring &amp; graphical analysis 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preventing accidents and ensuring safety.</a:t>
            </a:r>
          </a:p>
          <a:p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22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C04F-65CE-6A69-5D8D-2FBCF894C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753" y="0"/>
            <a:ext cx="10241280" cy="71927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&amp; FUTURE SCOPE</a:t>
            </a:r>
            <a:endParaRPr lang="en-IN" sz="3200" b="1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87C83-F8CF-AFEA-D625-6A47AC3ECDF9}"/>
              </a:ext>
            </a:extLst>
          </p:cNvPr>
          <p:cNvSpPr txBox="1"/>
          <p:nvPr/>
        </p:nvSpPr>
        <p:spPr>
          <a:xfrm>
            <a:off x="1080116" y="1032748"/>
            <a:ext cx="1071429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is useful and cost-effective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improve safety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 integration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 gas shut-off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Fire </a:t>
            </a:r>
            <a:r>
              <a:rPr lang="en-IN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extinguisher,in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 fire is erupted </a:t>
            </a:r>
          </a:p>
        </p:txBody>
      </p:sp>
    </p:spTree>
    <p:extLst>
      <p:ext uri="{BB962C8B-B14F-4D97-AF65-F5344CB8AC3E}">
        <p14:creationId xmlns:p14="http://schemas.microsoft.com/office/powerpoint/2010/main" val="276720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29" y="1806972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sz="4000" b="1" dirty="0">
                <a:solidFill>
                  <a:srgbClr val="FFFF00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410</TotalTime>
  <Words>331</Words>
  <Application>Microsoft Office PowerPoint</Application>
  <PresentationFormat>Widescreen</PresentationFormat>
  <Paragraphs>67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Times New Roman</vt:lpstr>
      <vt:lpstr>Mesh</vt:lpstr>
      <vt:lpstr>Industrial Gas Leakage Detector with Solutions</vt:lpstr>
      <vt:lpstr>Introduction</vt:lpstr>
      <vt:lpstr>Statement of problem</vt:lpstr>
      <vt:lpstr>Objectives</vt:lpstr>
      <vt:lpstr>Methodology</vt:lpstr>
      <vt:lpstr>Projected outcomes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m.kaifshaikh@outlook.com</dc:creator>
  <cp:lastModifiedBy>m.kaifshaikh@outlook.com</cp:lastModifiedBy>
  <cp:revision>8</cp:revision>
  <dcterms:created xsi:type="dcterms:W3CDTF">2025-07-01T05:25:26Z</dcterms:created>
  <dcterms:modified xsi:type="dcterms:W3CDTF">2026-04-03T14:54:09Z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